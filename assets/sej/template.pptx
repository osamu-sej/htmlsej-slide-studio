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  <p:sldMasterId id="2147483660" r:id="rId5"/>
  </p:sldMasterIdLst>
  <p:notesMasterIdLst>
    <p:notesMasterId r:id="rId8"/>
  </p:notesMasterIdLst>
  <p:handoutMasterIdLst>
    <p:handoutMasterId r:id="rId9"/>
  </p:handoutMasterIdLst>
  <p:sldIdLst>
    <p:sldId id="266" r:id="rId6"/>
    <p:sldId id="2147483630" r:id="rId7"/>
  </p:sldIdLst>
  <p:sldSz cx="12192000" cy="6858000"/>
  <p:notesSz cx="6807200" cy="9939338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CDB"/>
    <a:srgbClr val="0070C0"/>
    <a:srgbClr val="C31212"/>
    <a:srgbClr val="8CBA2F"/>
    <a:srgbClr val="FFFFEF"/>
    <a:srgbClr val="FFFFCC"/>
    <a:srgbClr val="0061D5"/>
    <a:srgbClr val="DBEEF4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廣田 修" userId="f03eabab-7387-4004-a5ca-7e58c79ea80d" providerId="ADAL" clId="{7981FBBB-145F-4639-ABB4-3F219609A3BC}"/>
    <pc:docChg chg="modSld">
      <pc:chgData name="廣田 修" userId="f03eabab-7387-4004-a5ca-7e58c79ea80d" providerId="ADAL" clId="{7981FBBB-145F-4639-ABB4-3F219609A3BC}" dt="2026-03-15T06:05:00.579" v="10" actId="20577"/>
      <pc:docMkLst>
        <pc:docMk/>
      </pc:docMkLst>
      <pc:sldChg chg="modSp mod">
        <pc:chgData name="廣田 修" userId="f03eabab-7387-4004-a5ca-7e58c79ea80d" providerId="ADAL" clId="{7981FBBB-145F-4639-ABB4-3F219609A3BC}" dt="2026-03-15T06:05:00.579" v="10" actId="20577"/>
        <pc:sldMkLst>
          <pc:docMk/>
          <pc:sldMk cId="3172561366" sldId="266"/>
        </pc:sldMkLst>
        <pc:spChg chg="mod">
          <ac:chgData name="廣田 修" userId="f03eabab-7387-4004-a5ca-7e58c79ea80d" providerId="ADAL" clId="{7981FBBB-145F-4639-ABB4-3F219609A3BC}" dt="2026-03-15T06:05:00.579" v="10" actId="20577"/>
          <ac:spMkLst>
            <pc:docMk/>
            <pc:sldMk cId="3172561366" sldId="266"/>
            <ac:spMk id="11" creationId="{DB703B00-E9F2-851A-FABA-98C8F533E95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8E704-BE9C-914B-882A-D21843010124}" type="datetimeFigureOut">
              <a:rPr kumimoji="1" lang="ja-JP" altLang="en-US" smtClean="0"/>
              <a:t>2026/4/2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6795B-ECC3-6341-9F96-E5E8DA4607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8617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ECD1-74E9-1843-B94C-7C093F7C5472}" type="datetimeFigureOut">
              <a:rPr kumimoji="1" lang="ja-JP" altLang="en-US" smtClean="0"/>
              <a:t>2026/4/2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008CA-B90F-064A-BD78-583CC899A7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0197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4570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4FAC2A-7149-48A8-A90E-1368CD8B932E}" type="datetime1"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4570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0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0E9243-4713-4CF5-96EE-D7BFA9D5B34C}" type="slidenum"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4570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742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922735" y="3710850"/>
            <a:ext cx="3435492" cy="199536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メイリオ"/>
                <a:ea typeface="メイリオ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年月日</a:t>
            </a:r>
          </a:p>
        </p:txBody>
      </p:sp>
      <p:sp>
        <p:nvSpPr>
          <p:cNvPr id="17" name="テキスト プレースホルダー 16"/>
          <p:cNvSpPr>
            <a:spLocks noGrp="1"/>
          </p:cNvSpPr>
          <p:nvPr>
            <p:ph type="body" sz="quarter" idx="10" hasCustomPrompt="1"/>
          </p:nvPr>
        </p:nvSpPr>
        <p:spPr>
          <a:xfrm>
            <a:off x="5902841" y="3710851"/>
            <a:ext cx="5930459" cy="199536"/>
          </a:xfrm>
          <a:prstGeom prst="rect">
            <a:avLst/>
          </a:prstGeom>
        </p:spPr>
        <p:txBody>
          <a:bodyPr vert="horz" wrap="none" lIns="0" tIns="0" rIns="0" bIns="0" anchor="ctr" anchorCtr="0">
            <a:normAutofit/>
          </a:bodyPr>
          <a:lstStyle>
            <a:lvl1pPr marL="0" indent="0" algn="r">
              <a:buFontTx/>
              <a:buNone/>
              <a:defRPr sz="1400" b="0" i="0">
                <a:latin typeface="メイリオ"/>
                <a:ea typeface="メイリオ"/>
              </a:defRPr>
            </a:lvl1pPr>
          </a:lstStyle>
          <a:p>
            <a:pPr lvl="0"/>
            <a:r>
              <a:rPr kumimoji="1" lang="ja-JP" altLang="en-US"/>
              <a:t>事業部署名を入力</a:t>
            </a:r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22735" y="2828041"/>
            <a:ext cx="10910565" cy="301658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 sz="28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2137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2792" y="334840"/>
            <a:ext cx="7039707" cy="290003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 sz="28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8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34523" y="122989"/>
            <a:ext cx="8382246" cy="668422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2400" b="1"/>
            </a:lvl1pPr>
          </a:lstStyle>
          <a:p>
            <a:endParaRPr kumimoji="1" lang="ja-JP" altLang="en-US"/>
          </a:p>
        </p:txBody>
      </p:sp>
      <p:sp>
        <p:nvSpPr>
          <p:cNvPr id="5" name="コンテンツ プレースホルダー 24"/>
          <p:cNvSpPr>
            <a:spLocks noGrp="1"/>
          </p:cNvSpPr>
          <p:nvPr>
            <p:ph idx="1"/>
          </p:nvPr>
        </p:nvSpPr>
        <p:spPr>
          <a:xfrm>
            <a:off x="936444" y="1079832"/>
            <a:ext cx="10896858" cy="6578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28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97505" y="309115"/>
            <a:ext cx="7039707" cy="290003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 sz="2399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00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41043" y="358193"/>
            <a:ext cx="6188358" cy="290003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 sz="2400" b="1"/>
            </a:lvl1pPr>
          </a:lstStyle>
          <a:p>
            <a:endParaRPr kumimoji="1" lang="ja-JP" altLang="en-US"/>
          </a:p>
        </p:txBody>
      </p:sp>
      <p:sp>
        <p:nvSpPr>
          <p:cNvPr id="5" name="コンテンツ プレースホルダー 24"/>
          <p:cNvSpPr>
            <a:spLocks noGrp="1"/>
          </p:cNvSpPr>
          <p:nvPr>
            <p:ph idx="1"/>
          </p:nvPr>
        </p:nvSpPr>
        <p:spPr>
          <a:xfrm>
            <a:off x="441042" y="990193"/>
            <a:ext cx="11323694" cy="518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800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07" y="3330455"/>
            <a:ext cx="11400584" cy="20270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F3A6A29-D699-453C-BAB4-CA5290AAB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674" y="183046"/>
            <a:ext cx="411480" cy="432816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CFCCE01-4681-44A9-BBF3-99B8D52277B9}"/>
              </a:ext>
            </a:extLst>
          </p:cNvPr>
          <p:cNvSpPr/>
          <p:nvPr userDrawn="1"/>
        </p:nvSpPr>
        <p:spPr>
          <a:xfrm>
            <a:off x="9544579" y="237702"/>
            <a:ext cx="1609714" cy="36501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kumimoji="1" lang="ja-JP" altLang="en-US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秘（</a:t>
            </a:r>
            <a:r>
              <a:rPr kumimoji="1" lang="en-US" altLang="ja-JP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kumimoji="1" lang="ja-JP" altLang="en-US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9AF5E62-8AFF-4334-8035-E28BC283015A}"/>
              </a:ext>
            </a:extLst>
          </p:cNvPr>
          <p:cNvSpPr/>
          <p:nvPr userDrawn="1"/>
        </p:nvSpPr>
        <p:spPr>
          <a:xfrm>
            <a:off x="308069" y="6282032"/>
            <a:ext cx="1609714" cy="36501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kumimoji="1" lang="ja-JP" altLang="en-US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社内限り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06B9054-40BA-43EC-9356-459D1ED390B8}"/>
              </a:ext>
            </a:extLst>
          </p:cNvPr>
          <p:cNvSpPr txBox="1"/>
          <p:nvPr userDrawn="1"/>
        </p:nvSpPr>
        <p:spPr>
          <a:xfrm>
            <a:off x="328344" y="269065"/>
            <a:ext cx="296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b="1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明日の笑顔を 共に創る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D1F4D20-3F36-4A23-98F3-60FE002B22F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836" y="6531224"/>
            <a:ext cx="1460227" cy="11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8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ー 3"/>
          <p:cNvSpPr txBox="1">
            <a:spLocks/>
          </p:cNvSpPr>
          <p:nvPr userDrawn="1"/>
        </p:nvSpPr>
        <p:spPr>
          <a:xfrm>
            <a:off x="11013289" y="6431555"/>
            <a:ext cx="82001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r" defTabSz="457200" rtl="0" eaLnBrk="1" latinLnBrk="0" hangingPunct="1">
              <a:defRPr kumimoji="1" sz="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339D8C-C6C2-2046-A994-636169D8B12F}" type="slidenum">
              <a:rPr lang="ja-JP" altLang="en-US" sz="800" smtClean="0"/>
              <a:pPr/>
              <a:t>‹#›</a:t>
            </a:fld>
            <a:endParaRPr lang="ja-JP" altLang="en-US" sz="80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51" y="713078"/>
            <a:ext cx="11307356" cy="201052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F8BFBCF-F48F-427E-953B-8BC67A87787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674" y="183046"/>
            <a:ext cx="411480" cy="432816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D44FD7-3629-4696-A065-F64BFE94519F}"/>
              </a:ext>
            </a:extLst>
          </p:cNvPr>
          <p:cNvSpPr/>
          <p:nvPr userDrawn="1"/>
        </p:nvSpPr>
        <p:spPr>
          <a:xfrm>
            <a:off x="9544579" y="237702"/>
            <a:ext cx="1609714" cy="36501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kumimoji="1" lang="ja-JP" altLang="en-US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秘（</a:t>
            </a:r>
            <a:r>
              <a:rPr kumimoji="1" lang="en-US" altLang="ja-JP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kumimoji="1" lang="ja-JP" altLang="en-US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B33921F-DD39-4562-93DD-7F65580F4ED8}"/>
              </a:ext>
            </a:extLst>
          </p:cNvPr>
          <p:cNvSpPr/>
          <p:nvPr userDrawn="1"/>
        </p:nvSpPr>
        <p:spPr>
          <a:xfrm>
            <a:off x="308069" y="6282032"/>
            <a:ext cx="1609714" cy="36501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kumimoji="1" lang="ja-JP" altLang="en-US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社内限り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9C1835E-B885-4B24-901E-2CEDC4A8345A}"/>
              </a:ext>
            </a:extLst>
          </p:cNvPr>
          <p:cNvSpPr txBox="1"/>
          <p:nvPr userDrawn="1"/>
        </p:nvSpPr>
        <p:spPr>
          <a:xfrm>
            <a:off x="8623711" y="6312669"/>
            <a:ext cx="296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800" b="1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明日の笑顔を 共に創る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EF580812-E7AF-4477-A891-5195D5B8275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836" y="6531224"/>
            <a:ext cx="1460227" cy="11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70" r:id="rId3"/>
    <p:sldLayoutId id="2147483671" r:id="rId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300" b="0" i="0" kern="1200">
          <a:solidFill>
            <a:schemeClr val="tx1"/>
          </a:solidFill>
          <a:latin typeface="メイリオ"/>
          <a:ea typeface="メイリオ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C0132-3329-AE30-8D86-B538127A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DB703B00-E9F2-851A-FABA-98C8F533E95F}"/>
              </a:ext>
            </a:extLst>
          </p:cNvPr>
          <p:cNvSpPr txBox="1">
            <a:spLocks/>
          </p:cNvSpPr>
          <p:nvPr/>
        </p:nvSpPr>
        <p:spPr>
          <a:xfrm>
            <a:off x="9686638" y="3586679"/>
            <a:ext cx="2172852" cy="290003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00" kern="120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pPr algn="r"/>
            <a:r>
              <a:rPr lang="ja-JP" altLang="en-US" sz="1600" dirty="0"/>
              <a:t>オペレーション情報</a:t>
            </a:r>
          </a:p>
        </p:txBody>
      </p:sp>
    </p:spTree>
    <p:extLst>
      <p:ext uri="{BB962C8B-B14F-4D97-AF65-F5344CB8AC3E}">
        <p14:creationId xmlns:p14="http://schemas.microsoft.com/office/powerpoint/2010/main" val="317256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620197"/>
      </p:ext>
    </p:extLst>
  </p:cSld>
  <p:clrMapOvr>
    <a:masterClrMapping/>
  </p:clrMapOvr>
</p:sld>
</file>

<file path=ppt/theme/theme1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セブンイレブンコーポレートテンプレート.pptx" id="{2ADEBB56-93BB-4DBC-8298-3B9AC0002393}" vid="{2E5572F8-7F21-46B1-82BD-D57FA021C783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0C0"/>
        </a:solidFill>
        <a:ln>
          <a:noFill/>
        </a:ln>
        <a:effectLst/>
      </a:spPr>
      <a:bodyPr rtlCol="0" anchor="ctr"/>
      <a:lstStyle>
        <a:defPPr algn="ctr">
          <a:defRPr kumimoji="1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 algn="ctr">
          <a:lnSpc>
            <a:spcPct val="120000"/>
          </a:lnSpc>
          <a:defRPr kumimoji="1" dirty="0" smtClean="0">
            <a:latin typeface="Meiryo" charset="-128"/>
            <a:ea typeface="Meiryo" charset="-128"/>
            <a:cs typeface="Meiryo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セブンイレブンコーポレートテンプレート.pptx" id="{2ADEBB56-93BB-4DBC-8298-3B9AC0002393}" vid="{4C271A65-A34F-4016-9844-9650875D6786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08616F-03AD-43E2-A199-605F1C670C17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ADB8E1B-3351-4CBD-A70F-54029177A1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7B867F-7091-481F-BBEE-BCE5F014705D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85a11b2-b987-4122-a6f0-0a9ac75907b1}" enabled="0" method="" siteId="{885a11b2-b987-4122-a6f0-0a9ac75907b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セブンイレブンコーポレートテンプレート</Template>
  <TotalTime>45</TotalTime>
  <Words>4</Words>
  <Application>Microsoft Office PowerPoint</Application>
  <PresentationFormat>ワイド画面</PresentationFormat>
  <Paragraphs>3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</vt:i4>
      </vt:variant>
    </vt:vector>
  </HeadingPairs>
  <TitlesOfParts>
    <vt:vector size="11" baseType="lpstr">
      <vt:lpstr>Meiryo UI</vt:lpstr>
      <vt:lpstr>UD デジタル 教科書体 NP-R</vt:lpstr>
      <vt:lpstr>メイリオ</vt:lpstr>
      <vt:lpstr>メイリオ</vt:lpstr>
      <vt:lpstr>游ゴシック</vt:lpstr>
      <vt:lpstr>Arial</vt:lpstr>
      <vt:lpstr>Calibri</vt:lpstr>
      <vt:lpstr>1_デザインの設定</vt:lpstr>
      <vt:lpstr>デザインの設定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廣田 修</dc:creator>
  <cp:lastModifiedBy>廣田 修</cp:lastModifiedBy>
  <cp:revision>1</cp:revision>
  <cp:lastPrinted>2025-12-22T04:55:42Z</cp:lastPrinted>
  <dcterms:created xsi:type="dcterms:W3CDTF">2026-03-10T00:20:15Z</dcterms:created>
  <dcterms:modified xsi:type="dcterms:W3CDTF">2026-04-01T23:44:47Z</dcterms:modified>
</cp:coreProperties>
</file>